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0de4511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0de451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ea2d003c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ea2d003c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0de4511c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0de4511c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ea2d003c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ea2d003c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a2d003c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ea2d003c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48700" y="268425"/>
            <a:ext cx="8520600" cy="15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50"/>
              <a:t>DATABASE MANAGEMENT SYSTEM</a:t>
            </a:r>
            <a:endParaRPr sz="37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750"/>
              <a:t>CS23332</a:t>
            </a:r>
            <a:endParaRPr sz="375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7150" y="2064600"/>
            <a:ext cx="8520600" cy="10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INCLUDING CONSTRAINTS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162700" y="3642000"/>
            <a:ext cx="753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JOTHIKA  K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</a:rPr>
              <a:t>241801110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41100"/>
            <a:ext cx="8520600" cy="18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1. Add a table-level PRIMARY KEY constraint to the EMP table on the ID column.The constraint should be named at creation. Name the constraint my_emp_id_pk.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68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10179" l="0" r="49535" t="8380"/>
          <a:stretch/>
        </p:blipFill>
        <p:spPr>
          <a:xfrm>
            <a:off x="2893225" y="2223500"/>
            <a:ext cx="3120924" cy="237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0" y="0"/>
            <a:ext cx="8832300" cy="46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2. Create a PRIMARY KEY constraint to the DEPT table using the ID </a:t>
            </a:r>
            <a:r>
              <a:rPr lang="en" sz="2000">
                <a:solidFill>
                  <a:schemeClr val="dk1"/>
                </a:solidFill>
              </a:rPr>
              <a:t>column</a:t>
            </a:r>
            <a:r>
              <a:rPr lang="en" sz="2000">
                <a:solidFill>
                  <a:schemeClr val="dk1"/>
                </a:solidFill>
              </a:rPr>
              <a:t>. The constraint should be named at creation. Name the constraint my_dept_id_pk.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875" y="1877000"/>
            <a:ext cx="4177525" cy="28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17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3. Add a column DEPT_ID to the EMP table. Add a foreign key reference on the EMP table that ensures that the employee is not assigned to nonexistent department. Name the constraint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040"/>
              <a:t>my_emp_dept_id_fk.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6325" y="1982375"/>
            <a:ext cx="4743450" cy="28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23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4. Modify the EMP table. Add a COMMISSION column of NUMBER data , precision 2,scale 2. Add a constraint to the commission column that ensures that a commission value is greater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than zero.</a:t>
            </a:r>
            <a:endParaRPr sz="20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425" y="2344052"/>
            <a:ext cx="3867150" cy="228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